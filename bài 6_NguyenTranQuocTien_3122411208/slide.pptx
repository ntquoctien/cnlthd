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Dancing Script" panose="020B0604020202020204" charset="0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  <p:embeddedFont>
      <p:font typeface="Garet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945469" y="5200650"/>
            <a:ext cx="5465882" cy="268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Giảng viên hướng dẫn:     TS Đỗ Như Tài</a:t>
            </a:r>
          </a:p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Sinh viên :                 Mssv:</a:t>
            </a:r>
          </a:p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Nguyễn Việt Đức                    3122411044</a:t>
            </a:r>
          </a:p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Nguyễn Huỳnh Phương Lộc       3122411117</a:t>
            </a:r>
          </a:p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Nguyễn Phạm Hoàng Quân       3122411169</a:t>
            </a:r>
          </a:p>
          <a:p>
            <a:pPr algn="ctr">
              <a:lnSpc>
                <a:spcPts val="3048"/>
              </a:lnSpc>
            </a:pPr>
            <a:r>
              <a:rPr lang="en-US" sz="3048" spc="-240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Nguyễn Trần Quốc Tiến          3122411208</a:t>
            </a:r>
          </a:p>
          <a:p>
            <a:pPr marL="0" lvl="0" indent="0" algn="ctr">
              <a:lnSpc>
                <a:spcPts val="3048"/>
              </a:lnSpc>
              <a:spcBef>
                <a:spcPct val="0"/>
              </a:spcBef>
            </a:pPr>
            <a:endParaRPr lang="en-US" sz="3048" spc="-240">
              <a:solidFill>
                <a:srgbClr val="00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35054" y="934423"/>
            <a:ext cx="4321082" cy="140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CÁC CÔNG NGHỆ LẬP TRÌNH HIỆN ĐẠI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411351" y="924898"/>
            <a:ext cx="517054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TRƯỜNG ĐẠI HỌC SÀI GÒN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750642" y="982048"/>
            <a:ext cx="338117" cy="338117"/>
          </a:xfrm>
          <a:custGeom>
            <a:avLst/>
            <a:gdLst/>
            <a:ahLst/>
            <a:cxnLst/>
            <a:rect l="l" t="t" r="r" b="b"/>
            <a:pathLst>
              <a:path w="338117" h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995595" y="3780427"/>
            <a:ext cx="1077344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5000" u="none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PHÂN TÍCH KIẾN TRÚC MICROSERVICES – PROJECTWEB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99594" y="1814513"/>
          <a:ext cx="5891416" cy="6572248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GIỚI THIỆU HỆ THỐNG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KHÁI NIỆM MICROSERVICES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KIẾN TRÚC HỆ THỐNG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LUỒNG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THÀNH PHẦN HỆ THỐNG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CÔNG NGHỆ &amp; TRIỂN KHAI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ĐÁNH GIÁ HỆ THỐNG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HƯỚNG PHÁT TRIỂN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Mục Lục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209908" y="2215233"/>
            <a:ext cx="10049392" cy="5246370"/>
            <a:chOff x="0" y="0"/>
            <a:chExt cx="1556914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914" cy="812800"/>
            </a:xfrm>
            <a:custGeom>
              <a:avLst/>
              <a:gdLst/>
              <a:ahLst/>
              <a:cxnLst/>
              <a:rect l="l" t="t" r="r" b="b"/>
              <a:pathLst>
                <a:path w="1556914" h="812800">
                  <a:moveTo>
                    <a:pt x="0" y="0"/>
                  </a:moveTo>
                  <a:lnTo>
                    <a:pt x="1556914" y="0"/>
                  </a:lnTo>
                  <a:lnTo>
                    <a:pt x="155691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0528" r="-105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3319288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GIỚI THIỆU HỆ THỐNG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234879"/>
            <a:ext cx="8007440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Hệ thống: Web thương mại điện tử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Frontend: React + Tailwind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Backend: Microservices (Spring Boot)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Kiến trúc hiện đại, dễ mở rộng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472652" y="5394629"/>
            <a:ext cx="3120902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Ưu điểm: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Dễ mở rộng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Dễ bảo trì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64620" y="539462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88086" y="2450796"/>
            <a:ext cx="3120902" cy="315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Nội dung: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Hệ thống được chia thành nhiều service nhỏ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Mỗi service độc lập, triển khai riêng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Giao tiếp qua API / Kafka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749186" y="2450796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3738" y="828160"/>
            <a:ext cx="6260703" cy="47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KHÁI NIỆM MICROSERVICES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64620" y="675579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88086" y="6753529"/>
            <a:ext cx="312090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Nhược điểm: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Phức tạp hệ thống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4A4FC5-95D4-65AC-4BE3-F3669DA8B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620658"/>
            <a:ext cx="9288171" cy="4791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851473" y="2215233"/>
            <a:ext cx="11196383" cy="5246370"/>
            <a:chOff x="0" y="0"/>
            <a:chExt cx="173461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613" cy="812800"/>
            </a:xfrm>
            <a:custGeom>
              <a:avLst/>
              <a:gdLst/>
              <a:ahLst/>
              <a:cxnLst/>
              <a:rect l="l" t="t" r="r" b="b"/>
              <a:pathLst>
                <a:path w="1734613" h="812800">
                  <a:moveTo>
                    <a:pt x="0" y="0"/>
                  </a:moveTo>
                  <a:lnTo>
                    <a:pt x="1734613" y="0"/>
                  </a:lnTo>
                  <a:lnTo>
                    <a:pt x="173461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2285" b="-22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3319288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KIẾN TRÚC HỆ THỐNG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63355" y="7859708"/>
            <a:ext cx="80074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Kiến trúc tổng thể dự án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144" y="5095875"/>
            <a:ext cx="627776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API Gateway (điểm vào)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Eureka (service discovery)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Các service: User, Product, Order,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582979" y="2070970"/>
            <a:ext cx="11122042" cy="6145060"/>
          </a:xfrm>
          <a:custGeom>
            <a:avLst/>
            <a:gdLst/>
            <a:ahLst/>
            <a:cxnLst/>
            <a:rect l="l" t="t" r="r" b="b"/>
            <a:pathLst>
              <a:path w="11122042" h="6145060">
                <a:moveTo>
                  <a:pt x="0" y="0"/>
                </a:moveTo>
                <a:lnTo>
                  <a:pt x="11122042" y="0"/>
                </a:lnTo>
                <a:lnTo>
                  <a:pt x="11122042" y="6145060"/>
                </a:lnTo>
                <a:lnTo>
                  <a:pt x="0" y="6145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6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685320" y="681705"/>
            <a:ext cx="7203393" cy="78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LUỒNG XỬ LÝ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8095" y="8836025"/>
            <a:ext cx="495180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Luồng xử lý đặt hàng điển hình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93371" y="1993274"/>
            <a:ext cx="11301259" cy="6300452"/>
          </a:xfrm>
          <a:custGeom>
            <a:avLst/>
            <a:gdLst/>
            <a:ahLst/>
            <a:cxnLst/>
            <a:rect l="l" t="t" r="r" b="b"/>
            <a:pathLst>
              <a:path w="11301259" h="6300452">
                <a:moveTo>
                  <a:pt x="0" y="0"/>
                </a:moveTo>
                <a:lnTo>
                  <a:pt x="11301258" y="0"/>
                </a:lnTo>
                <a:lnTo>
                  <a:pt x="11301258" y="6300452"/>
                </a:lnTo>
                <a:lnTo>
                  <a:pt x="0" y="6300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685320" y="681705"/>
            <a:ext cx="7203393" cy="78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LUỒNG XỬ LÝ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6271" y="8836025"/>
            <a:ext cx="635545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Chuỗi xử lý đặt hàng và hậu xử lý sự kiện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278310" y="4567130"/>
            <a:ext cx="11301259" cy="4691170"/>
          </a:xfrm>
          <a:custGeom>
            <a:avLst/>
            <a:gdLst/>
            <a:ahLst/>
            <a:cxnLst/>
            <a:rect l="l" t="t" r="r" b="b"/>
            <a:pathLst>
              <a:path w="11301259" h="4691170">
                <a:moveTo>
                  <a:pt x="0" y="0"/>
                </a:moveTo>
                <a:lnTo>
                  <a:pt x="11301259" y="0"/>
                </a:lnTo>
                <a:lnTo>
                  <a:pt x="11301259" y="4691170"/>
                </a:lnTo>
                <a:lnTo>
                  <a:pt x="0" y="4691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542" b="-127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69861" y="319844"/>
            <a:ext cx="974827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THÀNH PHẦN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1458" y="1505599"/>
            <a:ext cx="7950390" cy="2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Bao gồm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Service → quản lý người dùng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Product Service → sản phẩm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Order Service → đơn hàng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Payment Service → thanh toán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Notification → thông báo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6911" y="9658350"/>
            <a:ext cx="65840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Phân tách miền nghiệp vụ theo bounded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03268" y="2296100"/>
            <a:ext cx="9571092" cy="5694800"/>
          </a:xfrm>
          <a:custGeom>
            <a:avLst/>
            <a:gdLst/>
            <a:ahLst/>
            <a:cxnLst/>
            <a:rect l="l" t="t" r="r" b="b"/>
            <a:pathLst>
              <a:path w="9571092" h="5694800">
                <a:moveTo>
                  <a:pt x="0" y="0"/>
                </a:moveTo>
                <a:lnTo>
                  <a:pt x="9571093" y="0"/>
                </a:lnTo>
                <a:lnTo>
                  <a:pt x="9571093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69861" y="683473"/>
            <a:ext cx="974827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CÔNG NGHỆ &amp; TRIỂN KHAI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83145" y="3441145"/>
            <a:ext cx="7950390" cy="2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Bao gồm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Database: MongoDB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Cache: Redis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Messaging: Kafka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Deploy: Docker, Kubernetes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Monitoring: Prometheus, Zipkin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9343" y="8475516"/>
            <a:ext cx="40481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Mô hình triển khai và vận hành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374265" y="181768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69861" y="683473"/>
            <a:ext cx="974827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ĐÁNH GIÁ HỆ THỐNG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23875" y="2832991"/>
            <a:ext cx="7950390" cy="349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✔ Ưu điểm: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Kiến trúc rõ ràng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Có đầy đủ microservices stack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Hỗ trợ deploy thực tế</a:t>
            </a:r>
          </a:p>
          <a:p>
            <a:pPr algn="l">
              <a:lnSpc>
                <a:spcPts val="3454"/>
              </a:lnSpc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❌ Hạn chế: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Tài liệu chưa đồng bộ</a:t>
            </a:r>
          </a:p>
          <a:p>
            <a:pPr marL="532685" lvl="1" indent="-266342" algn="l">
              <a:lnSpc>
                <a:spcPts val="3454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Thiếu resilience (retry, circuit breaker)</a:t>
            </a:r>
          </a:p>
          <a:p>
            <a:pPr algn="l">
              <a:lnSpc>
                <a:spcPts val="3454"/>
              </a:lnSpc>
            </a:pPr>
            <a:endParaRPr lang="en-US" sz="246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39707" y="8892540"/>
            <a:ext cx="54260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Biểu đồ đánh giá mức sẵn sàng kiến trúc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00000">
            <a:off x="15074698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162887"/>
            <a:ext cx="7953375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HƯỚNG PHÁT TRIỂN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7082" y="5640615"/>
            <a:ext cx="2277734" cy="1539342"/>
            <a:chOff x="0" y="0"/>
            <a:chExt cx="3036979" cy="2052456"/>
          </a:xfrm>
        </p:grpSpPr>
        <p:sp>
          <p:nvSpPr>
            <p:cNvPr id="9" name="TextBox 9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1st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22859"/>
              <a:ext cx="3036979" cy="142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Tăng bảo mật (JWT, Auth service)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05388" y="5640615"/>
            <a:ext cx="2277734" cy="1177392"/>
            <a:chOff x="0" y="0"/>
            <a:chExt cx="3036979" cy="156985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2nd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Tách database theo service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82075" y="5640615"/>
            <a:ext cx="2277734" cy="1177392"/>
            <a:chOff x="0" y="0"/>
            <a:chExt cx="3036979" cy="156985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3rd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Thêm retry, circuit breaker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963582" y="5640615"/>
            <a:ext cx="4123962" cy="1539342"/>
            <a:chOff x="0" y="0"/>
            <a:chExt cx="5498615" cy="205245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4th 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22859"/>
              <a:ext cx="5498615" cy="142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just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Hoàn thiện tài liệu</a:t>
              </a:r>
            </a:p>
            <a:p>
              <a:pPr marL="474979" lvl="1" indent="-237490" algn="just">
                <a:lnSpc>
                  <a:spcPts val="285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Bổ sung test</a:t>
              </a:r>
            </a:p>
            <a:p>
              <a:pPr marL="0" lvl="0" indent="0" algn="just">
                <a:lnSpc>
                  <a:spcPts val="2859"/>
                </a:lnSpc>
                <a:spcBef>
                  <a:spcPct val="0"/>
                </a:spcBef>
              </a:pPr>
              <a:endPara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</Words>
  <Application>Microsoft Office PowerPoint</Application>
  <PresentationFormat>Custom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Garet</vt:lpstr>
      <vt:lpstr>Dancing Script</vt:lpstr>
      <vt:lpstr>Garet Italics</vt:lpstr>
      <vt:lpstr>Garet Bold</vt:lpstr>
      <vt:lpstr>Calibri</vt:lpstr>
      <vt:lpstr>Archivo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cp:lastModifiedBy>Đức Nguyễn Việt</cp:lastModifiedBy>
  <cp:revision>2</cp:revision>
  <dcterms:created xsi:type="dcterms:W3CDTF">2006-08-16T00:00:00Z</dcterms:created>
  <dcterms:modified xsi:type="dcterms:W3CDTF">2026-04-05T09:08:53Z</dcterms:modified>
  <dc:identifier>DAHF9vUt_uU</dc:identifier>
</cp:coreProperties>
</file>